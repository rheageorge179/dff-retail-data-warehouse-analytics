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Sales &amp; Margin Mart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 this to explain the warehouse design: fact table + conformed dimensions.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73968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sales_margin_mart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124" y="1371600"/>
            <a:ext cx="5787559" cy="5010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DFF Retail Data Warehouse &amp; BI Analytics  |  Asset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BQ1: Profit Margin by Category &amp;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 this to explain category profitability and promotion impact on margins.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73968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profit_margin_by_category_pr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179" y="1371600"/>
            <a:ext cx="9209448" cy="5010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DFF Retail Data Warehouse &amp; BI Analytics  |  Asset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BQ3: Store Traffic vs Weekly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 this to explain traffic vs conversion diagnosis across stores.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73968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store_traffic_vs_sales_tabl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257" y="1371600"/>
            <a:ext cx="8081292" cy="5010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DFF Retail Data Warehouse &amp; BI Analytics  |  Asset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BQ4: Promotion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 this to explain lift versus margin tradeoff for promotions.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73968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promotion_impact_power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567" y="1371600"/>
            <a:ext cx="5094673" cy="5010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DFF Retail Data Warehouse &amp; BI Analytics  |  Asset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93B"/>
                </a:solidFill>
              </a:defRPr>
            </a:pPr>
            <a:r>
              <a:t>BQ8: Demographic Sales &amp; Coupon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 this to explain income/household segmentation from Redshift outputs.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73968" cy="5230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demographic_sales_coupon_red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108" y="1371600"/>
            <a:ext cx="4137590" cy="5010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</a:defRPr>
            </a:pPr>
            <a:r>
              <a:t>DFF Retail Data Warehouse &amp; BI Analytics  |  Asset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